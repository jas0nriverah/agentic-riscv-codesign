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b7a13118bd440e3" /><Relationship Type="http://schemas.openxmlformats.org/officeDocument/2006/relationships/extended-properties" Target="/docProps/app.xml" Id="Rdfdcaed9221b46d6" /><Relationship Type="http://schemas.openxmlformats.org/officeDocument/2006/relationships/officeDocument" Target="/ppt/presentation.xml" Id="R55986902ca6a4682" /></Relationships>
</file>

<file path=ppt/presentation.xml><?xml version="1.0" encoding="utf-8"?>
<p:presentation xmlns:p="http://schemas.openxmlformats.org/presentationml/2006/main">
  <p:sldMasterIdLst>
    <p:sldMasterId xmlns:r="http://schemas.openxmlformats.org/officeDocument/2006/relationships" id="2147483648" r:id="R8566ba1cccaf4f96"/>
  </p:sldMasterIdLst>
  <p:notesMasterIdLst>
    <p:notesMasterId xmlns:r="http://schemas.openxmlformats.org/officeDocument/2006/relationships" r:id="Rf4f1ecc471ed45f5"/>
  </p:notesMasterIdLst>
  <p:sldIdLst>
    <p:sldId xmlns:r="http://schemas.openxmlformats.org/officeDocument/2006/relationships" id="256" r:id="Ra9829389fc574085"/>
    <p:sldId xmlns:r="http://schemas.openxmlformats.org/officeDocument/2006/relationships" id="257" r:id="R802e39ff4c1742ab"/>
    <p:sldId xmlns:r="http://schemas.openxmlformats.org/officeDocument/2006/relationships" id="258" r:id="Rd3742b487df448ef"/>
    <p:sldId xmlns:r="http://schemas.openxmlformats.org/officeDocument/2006/relationships" id="259" r:id="R14c977e1277b46e8"/>
    <p:sldId xmlns:r="http://schemas.openxmlformats.org/officeDocument/2006/relationships" id="260" r:id="R41a8945c3b3d45f8"/>
    <p:sldId xmlns:r="http://schemas.openxmlformats.org/officeDocument/2006/relationships" id="261" r:id="R0ce0e45aa4b94a53"/>
    <p:sldId xmlns:r="http://schemas.openxmlformats.org/officeDocument/2006/relationships" id="262" r:id="R4180ca8d15ab41bf"/>
    <p:sldId xmlns:r="http://schemas.openxmlformats.org/officeDocument/2006/relationships" id="263" r:id="R22e0ab48a77043d8"/>
    <p:sldId xmlns:r="http://schemas.openxmlformats.org/officeDocument/2006/relationships" id="264" r:id="R71a0f0ca0e244518"/>
    <p:sldId xmlns:r="http://schemas.openxmlformats.org/officeDocument/2006/relationships" id="265" r:id="Rf306c1110d7449c9"/>
    <p:sldId xmlns:r="http://schemas.openxmlformats.org/officeDocument/2006/relationships" id="266" r:id="R913bd8f5395140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13769adec1481d" /><Relationship Type="http://schemas.openxmlformats.org/officeDocument/2006/relationships/slideMaster" Target="/ppt/slideMasters/slideMaster1.xml" Id="R8566ba1cccaf4f96" /><Relationship Type="http://schemas.openxmlformats.org/officeDocument/2006/relationships/notesMaster" Target="/ppt/notesMasters/notesMaster1.xml" Id="Rf4f1ecc471ed45f5" /><Relationship Type="http://schemas.openxmlformats.org/officeDocument/2006/relationships/presProps" Target="/ppt/presProps.xml" Id="Reccb454c66094577" /><Relationship Type="http://schemas.openxmlformats.org/officeDocument/2006/relationships/tableStyles" Target="/ppt/tableStyles.xml" Id="R25cf5361c27643b7" /><Relationship Type="http://schemas.openxmlformats.org/officeDocument/2006/relationships/slide" Target="/ppt/slides/slide1.xml" Id="Ra9829389fc574085" /><Relationship Type="http://schemas.openxmlformats.org/officeDocument/2006/relationships/slide" Target="/ppt/slides/slide2.xml" Id="R802e39ff4c1742ab" /><Relationship Type="http://schemas.openxmlformats.org/officeDocument/2006/relationships/slide" Target="/ppt/slides/slide3.xml" Id="Rd3742b487df448ef" /><Relationship Type="http://schemas.openxmlformats.org/officeDocument/2006/relationships/slide" Target="/ppt/slides/slide4.xml" Id="R14c977e1277b46e8" /><Relationship Type="http://schemas.openxmlformats.org/officeDocument/2006/relationships/slide" Target="/ppt/slides/slide5.xml" Id="R41a8945c3b3d45f8" /><Relationship Type="http://schemas.openxmlformats.org/officeDocument/2006/relationships/slide" Target="/ppt/slides/slide6.xml" Id="R0ce0e45aa4b94a53" /><Relationship Type="http://schemas.openxmlformats.org/officeDocument/2006/relationships/slide" Target="/ppt/slides/slide7.xml" Id="R4180ca8d15ab41bf" /><Relationship Type="http://schemas.openxmlformats.org/officeDocument/2006/relationships/slide" Target="/ppt/slides/slide8.xml" Id="R22e0ab48a77043d8" /><Relationship Type="http://schemas.openxmlformats.org/officeDocument/2006/relationships/slide" Target="/ppt/slides/slide9.xml" Id="R71a0f0ca0e244518" /><Relationship Type="http://schemas.openxmlformats.org/officeDocument/2006/relationships/slide" Target="/ppt/slides/slide10.xml" Id="Rf306c1110d7449c9" /><Relationship Type="http://schemas.openxmlformats.org/officeDocument/2006/relationships/slide" Target="/ppt/slides/slide11.xml" Id="R913bd8f5395140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b4bc01f31346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18a308bc804cce" /><Relationship Type="http://schemas.openxmlformats.org/officeDocument/2006/relationships/notesMaster" Target="/ppt/notesMasters/notesMaster1.xml" Id="Rd5133cdc47194b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6d45ee0e4948fb" /><Relationship Type="http://schemas.openxmlformats.org/officeDocument/2006/relationships/notesMaster" Target="/ppt/notesMasters/notesMaster1.xml" Id="R6109cb0be0ad49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ed9661d76d4182" /><Relationship Type="http://schemas.openxmlformats.org/officeDocument/2006/relationships/notesMaster" Target="/ppt/notesMasters/notesMaster1.xml" Id="R4a0bbe6ad03149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b1b2f1b6ab49fc" /><Relationship Type="http://schemas.openxmlformats.org/officeDocument/2006/relationships/notesMaster" Target="/ppt/notesMasters/notesMaster1.xml" Id="R64467e0383f74e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9b046796d84ec1" /><Relationship Type="http://schemas.openxmlformats.org/officeDocument/2006/relationships/notesMaster" Target="/ppt/notesMasters/notesMaster1.xml" Id="R7e85d36a649a44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53508c997d4c7d" /><Relationship Type="http://schemas.openxmlformats.org/officeDocument/2006/relationships/notesMaster" Target="/ppt/notesMasters/notesMaster1.xml" Id="Rd777c90d275f42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64b721a66d4799" /><Relationship Type="http://schemas.openxmlformats.org/officeDocument/2006/relationships/notesMaster" Target="/ppt/notesMasters/notesMaster1.xml" Id="R592e288ba1ee4c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861a1f260a470e" /><Relationship Type="http://schemas.openxmlformats.org/officeDocument/2006/relationships/notesMaster" Target="/ppt/notesMasters/notesMaster1.xml" Id="Rc4a855029fe446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6fd042ea8584384" /><Relationship Type="http://schemas.openxmlformats.org/officeDocument/2006/relationships/notesMaster" Target="/ppt/notesMasters/notesMaster1.xml" Id="R9393827f5afd43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32fe756ea243ac" /><Relationship Type="http://schemas.openxmlformats.org/officeDocument/2006/relationships/notesMaster" Target="/ppt/notesMasters/notesMaster1.xml" Id="R353ef2384e05472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290906bc194707" /><Relationship Type="http://schemas.openxmlformats.org/officeDocument/2006/relationships/notesMaster" Target="/ppt/notesMasters/notesMaster1.xml" Id="R2e7ba657345940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The LLM selector uses controlled tools to inspect candidates, query predictions, request a bounded measurement, and return a validated selection. Paid outcomes feed its next decision, and failed requests consume budget. This is an actual agentic loop, separate from the coding assistants used for implementation, debugging, and analysis. The Ascon pilot measured three correct candidates; the best feasible one achieved about 1.024 times cycle speedup. But nine candidates remain unmeasured and there are no matched controls. A status-handling bug prevented live GP updates; the fix was verified afterward. We also have not implemented dynamic routing between language models.</a:t>
            </a:r>
          </a:p>
          <a:p xmlns:a="http://schemas.openxmlformats.org/drawingml/2006/main">
            <a:r>
              <a:t/>
            </a:r>
          </a:p>
          <a:p xmlns:a="http://schemas.openxmlformats.org/drawingml/2006/main">
            <a:r>
              <a:t>SOURCES / Q&amp;A (not part of timed script)</a:t>
            </a:r>
          </a:p>
          <a:p xmlns:a="http://schemas.openxmlformats.org/drawingml/2006/main">
            <a:r>
              <a:t>Agent protocol and logs: results/2026-10-27-codex-chat-agent-edn-b64-s0/; Ascon results and docs/HANDOFF.md. EDN consumed replay:2 charged attempts including1 invalid ID, matched oracle and ordinary policies. Ascon C01:1.019698x,+73LUT4,62.992MHz; C06:1.017027x,+41LUT4,67.069MHz; C02:1.023731x,+42LUT4,64.620MHz.3/12 measured; correctness passed for all3. No claim of agent superiority or successful live GP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8ac86f659344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9dc9dbf04447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44bac8b9e514a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5ceb11fbf548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feb2f15e666427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cbfdf0ea1a4d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C602D6-95BC-4A98-94ED-A9EAC5681E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F52B176-63C0-4A97-97E7-BDB5392B340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35A7BD1-4DDF-4B22-9518-9136BFED90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817CE6-DC83-41C0-A96C-6BDB889CAB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0AFC915-E7C8-48EB-A3B8-C586B17026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15151F-AA64-4B32-BF5F-EF0306EB969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1D0A56-CD3B-482F-8823-7C45FB523C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D873EA-AD99-49D3-A595-EC83CB3976C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2FE6C2-5C93-408F-A84B-91528F7D72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ABDC9AE-BC1C-495F-A3D7-98C98F7351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f51a0a66342de" /><Relationship Type="http://schemas.openxmlformats.org/officeDocument/2006/relationships/slideLayout" Target="/ppt/slideLayouts/slideLayout1.xml" Id="Rf5853933bc2649fa" /><Relationship Type="http://schemas.openxmlformats.org/officeDocument/2006/relationships/slideLayout" Target="/ppt/slideLayouts/slideLayout2.xml" Id="R0d368ef1b8cf4ba0" /><Relationship Type="http://schemas.openxmlformats.org/officeDocument/2006/relationships/slideLayout" Target="/ppt/slideLayouts/slideLayout3.xml" Id="R5d6da2ee8a40451a" /><Relationship Type="http://schemas.openxmlformats.org/officeDocument/2006/relationships/slideLayout" Target="/ppt/slideLayouts/slideLayout4.xml" Id="R3d1a8b92c97244e6" /><Relationship Type="http://schemas.openxmlformats.org/officeDocument/2006/relationships/slideLayout" Target="/ppt/slideLayouts/slideLayout5.xml" Id="R459fafd97d084ec3" /><Relationship Type="http://schemas.openxmlformats.org/officeDocument/2006/relationships/slideLayout" Target="/ppt/slideLayouts/slideLayout6.xml" Id="Rdd42467abec64f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853933bc2649fa"/>
    <p:sldLayoutId xmlns:r="http://schemas.openxmlformats.org/officeDocument/2006/relationships" id="2147483650" r:id="R0d368ef1b8cf4ba0"/>
    <p:sldLayoutId xmlns:r="http://schemas.openxmlformats.org/officeDocument/2006/relationships" id="2147483651" r:id="R5d6da2ee8a40451a"/>
    <p:sldLayoutId xmlns:r="http://schemas.openxmlformats.org/officeDocument/2006/relationships" id="2147483652" r:id="R3d1a8b92c97244e6"/>
    <p:sldLayoutId xmlns:r="http://schemas.openxmlformats.org/officeDocument/2006/relationships" id="2147483653" r:id="R459fafd97d084ec3"/>
    <p:sldLayoutId xmlns:r="http://schemas.openxmlformats.org/officeDocument/2006/relationships" id="2147483654" r:id="Rdd42467abec64f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2399c22510478a" /><Relationship Type="http://schemas.openxmlformats.org/officeDocument/2006/relationships/notesSlide" Target="/ppt/notesSlides/notesSlide1.xml" Id="Rcf7866fbba5442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30e9aad37774c71" /><Relationship Type="http://schemas.openxmlformats.org/officeDocument/2006/relationships/notesSlide" Target="/ppt/notesSlides/notesSlide2.xml" Id="R398de6481aef4a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8da77e1860b4e5f" /><Relationship Type="http://schemas.openxmlformats.org/officeDocument/2006/relationships/notesSlide" Target="/ppt/notesSlides/notesSlide3.xml" Id="R524f32ce47ff4d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446e523ad4247ad" /><Relationship Type="http://schemas.openxmlformats.org/officeDocument/2006/relationships/notesSlide" Target="/ppt/notesSlides/notesSlide4.xml" Id="Rb3192a20a50342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40b08859a72419a" /><Relationship Type="http://schemas.openxmlformats.org/officeDocument/2006/relationships/chart" Target="/ppt/slides/charts/chart1.xml" Id="R6d23a023c01c40d3" /><Relationship Type="http://schemas.openxmlformats.org/officeDocument/2006/relationships/notesSlide" Target="/ppt/notesSlides/notesSlide5.xml" Id="Rc3645d2a5f4d44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4358143ca724412" /><Relationship Type="http://schemas.openxmlformats.org/officeDocument/2006/relationships/notesSlide" Target="/ppt/notesSlides/notesSlide6.xml" Id="Rf15e1fa5fd9f45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0715a0c623439f" /><Relationship Type="http://schemas.openxmlformats.org/officeDocument/2006/relationships/chart" Target="/ppt/slides/charts/chart2.xml" Id="R78d422211b864cb1" /><Relationship Type="http://schemas.openxmlformats.org/officeDocument/2006/relationships/notesSlide" Target="/ppt/notesSlides/notesSlide7.xml" Id="Ra44c5b6d20194d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5f8db964b3c4238" /><Relationship Type="http://schemas.openxmlformats.org/officeDocument/2006/relationships/notesSlide" Target="/ppt/notesSlides/notesSlide8.xml" Id="R98e8c7ac8e4542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603edb73074a6e" /><Relationship Type="http://schemas.openxmlformats.org/officeDocument/2006/relationships/notesSlide" Target="/ppt/notesSlides/notesSlide9.xml" Id="Rc837776e757546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66126c9376147df" /><Relationship Type="http://schemas.openxmlformats.org/officeDocument/2006/relationships/chart" Target="/ppt/slides/charts/chart3.xml" Id="R0d8f5e27d98344a9" /><Relationship Type="http://schemas.openxmlformats.org/officeDocument/2006/relationships/notesSlide" Target="/ppt/notesSlides/notesSlide10.xml" Id="Rfb46ba9c6d5042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886790bf9e64d58" /><Relationship Type="http://schemas.openxmlformats.org/officeDocument/2006/relationships/notesSlide" Target="/ppt/notesSlides/notesSlide11.xml" Id="R301ab5b536c34ee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DC0041-AF61-4062-A814-78B43041C73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67C7500F-0820-4E8F-B324-E39572F3D18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3FE7972-DBA2-4B8A-88E0-964C8AA4EA2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3BBCD238-59F3-4C90-B0B8-56B5CCC5A5B8}"/>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84BCB66F-A669-474C-A9A4-282E9FA36E91}"/>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A7532DE6-3127-4345-A20E-0EFEDC0E3465}"/>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47B7FC0E-DE47-4DB4-8ADD-069551C00AC1}"/>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2593538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B0D65BC-17C5-444C-BAA4-F4C7D126667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87DE2890-0F8C-49FA-BA63-47966E00E52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8612F1C-5E52-4B48-B634-C7EBB03A027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53382C57-4F62-4CB0-B218-EF8B6AD4AAA1}"/>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BA8FC150-E22B-4263-BF56-846B9394675E}"/>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1A813AB1-E7A3-4AF5-89B7-8361658243D1}"/>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E4D7BC91-8165-4D0B-B864-EB885B3CEBDF}"/>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6202A92A-78B7-476D-A302-3906581C75FC}"/>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B8036EF4-656D-4FFC-805C-5C86B2A42749}"/>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BF379C6F-5119-4A35-BF03-F413CAA2A155}"/>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48DA7E31-6640-43C5-A801-2A6A49C6CE0A}"/>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D3D64880-D6E5-4EA6-BBC6-5BE83485E9B6}"/>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BC03E20C-0525-47E6-A47D-53C035808892}"/>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689793E6-B062-439B-9B02-83EE481219FB}"/>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80293A98-3743-43CD-B6B5-44935157C3DC}"/>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FA343E6E-9E48-47F5-85DC-545996A1CA67}"/>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419CE40A-B661-49CB-B3C5-B5E94B22556D}"/>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9C459C9D-0868-4B20-BC0E-1B1550451C63}"/>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CDA071F8-743B-4040-A93A-A3FF2418BF57}"/>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21016446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C277C7A-B849-44A2-BE63-7D38F270437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9CF9B8CF-383F-4879-9AFE-F95897AFFF3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67A4163-E809-4290-814E-4304360AB3F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2813AB08-FC64-4E2C-8E97-23998233341C}"/>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7CD3B583-50AE-47EC-A38F-50001DB32C5D}"/>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7CA86B94-082D-4FB0-8038-8A4C5F327A7E}"/>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07BC876-FB6E-4993-9713-20B287FFF683}"/>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C49AEA2F-1BD3-4491-A82C-0ED9D63AE213}"/>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2457D2C4-7B14-4E7D-AF55-70EDB2E21272}"/>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B0842B-F6C9-4086-97AB-36FEF7D0B44F}"/>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35810490-39EE-41EF-90C0-1825372B7F0F}"/>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3A5B8118-72EC-44A5-8551-F4C061153A5E}"/>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FB211C1-BC2F-4E00-A68E-723017E81CB8}"/>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09E0D447-725A-40FD-BFF8-173FE7E26777}"/>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F3B3FB8C-8916-4F62-806C-53579AB74AD0}"/>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EDBD1E5-9691-4B06-9017-06FAF4EEA4A4}"/>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67D5DBA4-7BA6-4503-8E34-7259CCAAAE1B}"/>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5FDD7383-C915-48FB-A479-21CC40F576FD}"/>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5179864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63ED0B5-D3D6-4F08-99AB-1184204A38E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8A4433AE-8AAC-42DE-92D3-F0CA2FB1E3D6}"/>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53C7DA5C-3382-4FEC-B4BF-57AFF0029C4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01867D94-6B39-4D59-82D4-1A0C59E5CCAD}"/>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EEA3883C-1764-4C4B-8605-75B233957FC3}"/>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E05A3553-8C91-4E44-A667-E67A55900FFF}"/>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BEBAAE80-7A65-48EE-BF64-02AB777D503B}"/>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B4497B-FED6-48A6-9519-687DCA2FA660}"/>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052465E7-DE4E-4A47-B7CA-22271B1A7832}"/>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658966B6-C441-4504-9480-BEF057E4983D}"/>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D32A9ED9-CBD4-4DE6-A08D-898A8B446FA0}"/>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CC8899-8672-4E8C-8CD8-96410654F84E}"/>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582E6120-7E8D-4C1C-B88F-530D1585AC46}"/>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F9CADB71-75E4-4A2D-AA8B-316BB4EFDB0F}"/>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6DB3BCD3-1ECB-4315-AB99-6630E17C2A2F}"/>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2A0A540-F7A0-4F51-B8A7-75FBB8E9F23B}"/>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627493D2-C3D6-4A1F-9465-AD010C93238B}"/>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10828542-7609-4D5E-A296-1E484F9306FB}"/>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1F612EED-5AE5-420D-82C0-0ED02C3112C5}"/>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C301A472-929E-4AB9-90DF-C20E2ABAD36A}"/>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C81EE886-E35A-4FCC-AFCA-C4B173587A6E}"/>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831895FD-CFE3-4DB2-B382-FD0137EEF7F4}"/>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40471ADE-BF6E-4EA6-85D2-C9B31223683D}"/>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9F55A9EE-ADBE-4BCF-82C9-D97F88579D44}"/>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C913427F-5AF3-4248-87E9-0AB486E904C2}"/>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6386639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B95E47-6278-4602-BD14-1F4970267C1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6FF3BF3B-2755-4A6A-80D1-75FA850660A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7BFBDD6-99C2-4499-8E3C-F1C6E4B28B6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336C67CF-B659-4191-B2C4-DF1674E9B811}"/>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6d23a023c01c40d3"/>
          </a:graphicData>
        </a:graphic>
      </p:graphicFrame>
      <p:sp>
        <p:nvSpPr>
          <p:cNvPr id="5" name="">
            <a:extLst xmlns:a="http://schemas.openxmlformats.org/drawingml/2006/main">
              <a:ext uri="{FF2B5EF4-FFF2-40B4-BE49-F238E27FC236}">
                <a16:creationId xmlns:a16="http://schemas.microsoft.com/office/drawing/2014/main" id="{D1D14BC6-EE50-4DD7-8A6F-4D03B3B02493}"/>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9F69D02F-F591-4643-9FA8-99640765B9C6}"/>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62D08954-08EA-438F-9A9C-DE52C1771643}"/>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63C59163-8920-466D-8980-57387B9FA4BD}"/>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44ACCD1B-6B1A-4BDA-B53E-4E0A078BA035}"/>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2329334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4F94414-6AD7-426F-B50D-4DD2884B5EA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5BE6A5B4-E4D5-4C41-8430-FC0A52257BF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74E4A65-60F2-4AF7-9E2C-2B873DE2B30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37AE3FEA-53D8-4331-90FF-974229598009}"/>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E167C069-4ECA-4835-BE2E-2F7F816C708C}"/>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8E69A16B-B43E-451E-8F9F-A38926454CD3}"/>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2C377ACB-C5CB-4BAB-8A0C-81C4FD1B8FCF}"/>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2DA8C0-792E-48F4-87EB-CF9BA28BDE61}"/>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F65D5E97-C70C-4F67-B27A-3109075E75F5}"/>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C8DC1992-02F3-40A0-A18D-E0DEDF415DDE}"/>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26CB718B-E88A-4BC6-B45D-F19CD375FB50}"/>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4E34CD-816A-4DD6-9D4E-DB43ADA330E0}"/>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0CE18A97-05A6-46B6-AD0C-CC39AE22AE10}"/>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93727979-4B9E-4350-BBFB-E5AF70E1867A}"/>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81CB14EE-4382-4181-8A4B-9B013D6A34A9}"/>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DC021BC-C012-48D9-A1E0-CB55DDF1A997}"/>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6335456C-CD9C-4B6D-ABC3-5D89A7A8A321}"/>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46601018-A1CB-4E42-AAEA-A5DA02668E12}"/>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F6ECA249-AD84-41FB-ABD4-4CFBC36F2976}"/>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A776EAFA-669D-4683-A846-0B6C78F78990}"/>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4A8E322E-770D-476D-B67A-AC7E557FBEC8}"/>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20608736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A2C3C1-09B1-4DAE-BFFF-4AC8C1F52C4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F5B4FA86-9103-4702-8452-4A7FC716B3D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117FDF5-2730-4637-A74B-77F6CC3AABF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3F03A1D2-6113-40AB-A694-5FB55765AFC1}"/>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78d422211b864cb1"/>
          </a:graphicData>
        </a:graphic>
      </p:graphicFrame>
      <p:sp>
        <p:nvSpPr>
          <p:cNvPr id="5" name="">
            <a:extLst xmlns:a="http://schemas.openxmlformats.org/drawingml/2006/main">
              <a:ext uri="{FF2B5EF4-FFF2-40B4-BE49-F238E27FC236}">
                <a16:creationId xmlns:a16="http://schemas.microsoft.com/office/drawing/2014/main" id="{19B0A222-6D83-4C11-BA3C-D3F7E996CB8E}"/>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9861E300-102C-484A-B85D-7F3DF09B6AE3}"/>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C8F0DE83-02B7-4F40-BB51-B44DB9F3DD27}"/>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92B98284-2C4C-449C-87A5-A6C93D88B7FC}"/>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20957665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C070339-FDD5-4DD5-AEE3-A9158CB72ED0}"/>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LLM agent: choose, measure, respond</a:t>
            </a:r>
          </a:p>
        </p:txBody>
      </p:sp>
      <p:sp>
        <p:nvSpPr>
          <p:cNvPr id="2" name="">
            <a:extLst xmlns:a="http://schemas.openxmlformats.org/drawingml/2006/main">
              <a:ext uri="{FF2B5EF4-FFF2-40B4-BE49-F238E27FC236}">
                <a16:creationId xmlns:a16="http://schemas.microsoft.com/office/drawing/2014/main" id="{20FBDD98-D8A9-49C0-AEE3-3ADA350BDE7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E2F027E2-B71F-4080-9B93-0F57EC079DF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92FCCF86-2EAF-45F8-A489-69374CBC1F05}"/>
              </a:ext>
            </a:extLst>
          </p:cNvPr>
          <p:cNvSpPr>
            <a:spLocks xmlns:a="http://schemas.openxmlformats.org/drawingml/2006/main" noGrp="1"/>
          </p:cNvSpPr>
          <p:nvPr/>
        </p:nvSpPr>
        <p:spPr>
          <a:xfrm xmlns:a="http://schemas.openxmlformats.org/drawingml/2006/main">
            <a:off x="68580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3DFDC9A3-CA39-46C2-9420-317799A4E73A}"/>
              </a:ext>
            </a:extLst>
          </p:cNvPr>
          <p:cNvSpPr>
            <a:spLocks xmlns:a="http://schemas.openxmlformats.org/drawingml/2006/main" noGrp="1"/>
          </p:cNvSpPr>
          <p:nvPr/>
        </p:nvSpPr>
        <p:spPr>
          <a:xfrm xmlns:a="http://schemas.openxmlformats.org/drawingml/2006/main">
            <a:off x="81915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Inspect</a:t>
            </a:r>
          </a:p>
        </p:txBody>
      </p:sp>
      <p:sp>
        <p:nvSpPr>
          <p:cNvPr id="6" name="">
            <a:extLst xmlns:a="http://schemas.openxmlformats.org/drawingml/2006/main">
              <a:ext uri="{FF2B5EF4-FFF2-40B4-BE49-F238E27FC236}">
                <a16:creationId xmlns:a16="http://schemas.microsoft.com/office/drawing/2014/main" id="{6910CD06-DF64-4F81-A7F5-07C611801B55}"/>
              </a:ext>
            </a:extLst>
          </p:cNvPr>
          <p:cNvSpPr>
            <a:spLocks xmlns:a="http://schemas.openxmlformats.org/drawingml/2006/main" noGrp="1"/>
          </p:cNvSpPr>
          <p:nvPr/>
        </p:nvSpPr>
        <p:spPr>
          <a:xfrm xmlns:a="http://schemas.openxmlformats.org/drawingml/2006/main">
            <a:off x="81915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candidates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constraints</a:t>
            </a:r>
          </a:p>
        </p:txBody>
      </p:sp>
      <p:sp>
        <p:nvSpPr>
          <p:cNvPr id="7" name="">
            <a:extLst xmlns:a="http://schemas.openxmlformats.org/drawingml/2006/main">
              <a:ext uri="{FF2B5EF4-FFF2-40B4-BE49-F238E27FC236}">
                <a16:creationId xmlns:a16="http://schemas.microsoft.com/office/drawing/2014/main" id="{DBED5E7C-201D-4724-8113-040B69FE2008}"/>
              </a:ext>
            </a:extLst>
          </p:cNvPr>
          <p:cNvSpPr>
            <a:spLocks xmlns:a="http://schemas.openxmlformats.org/drawingml/2006/main" noGrp="1"/>
          </p:cNvSpPr>
          <p:nvPr/>
        </p:nvSpPr>
        <p:spPr>
          <a:xfrm xmlns:a="http://schemas.openxmlformats.org/drawingml/2006/main">
            <a:off x="310515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8568F5-D854-44CC-AF66-877E740EA3C1}"/>
              </a:ext>
            </a:extLst>
          </p:cNvPr>
          <p:cNvSpPr>
            <a:spLocks xmlns:a="http://schemas.openxmlformats.org/drawingml/2006/main" noGrp="1"/>
          </p:cNvSpPr>
          <p:nvPr/>
        </p:nvSpPr>
        <p:spPr>
          <a:xfrm xmlns:a="http://schemas.openxmlformats.org/drawingml/2006/main">
            <a:off x="347662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0A85EEEE-912E-444B-A11E-351B9CC66C95}"/>
              </a:ext>
            </a:extLst>
          </p:cNvPr>
          <p:cNvSpPr>
            <a:spLocks xmlns:a="http://schemas.openxmlformats.org/drawingml/2006/main" noGrp="1"/>
          </p:cNvSpPr>
          <p:nvPr/>
        </p:nvSpPr>
        <p:spPr>
          <a:xfrm xmlns:a="http://schemas.openxmlformats.org/drawingml/2006/main">
            <a:off x="360997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Predict</a:t>
            </a:r>
          </a:p>
        </p:txBody>
      </p:sp>
      <p:sp>
        <p:nvSpPr>
          <p:cNvPr id="10" name="">
            <a:extLst xmlns:a="http://schemas.openxmlformats.org/drawingml/2006/main">
              <a:ext uri="{FF2B5EF4-FFF2-40B4-BE49-F238E27FC236}">
                <a16:creationId xmlns:a16="http://schemas.microsoft.com/office/drawing/2014/main" id="{080754D2-AFAA-4D5F-A127-39EC35772DE2}"/>
              </a:ext>
            </a:extLst>
          </p:cNvPr>
          <p:cNvSpPr>
            <a:spLocks xmlns:a="http://schemas.openxmlformats.org/drawingml/2006/main" noGrp="1"/>
          </p:cNvSpPr>
          <p:nvPr/>
        </p:nvSpPr>
        <p:spPr>
          <a:xfrm xmlns:a="http://schemas.openxmlformats.org/drawingml/2006/main">
            <a:off x="360997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ML scores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model diagnostics</a:t>
            </a:r>
          </a:p>
        </p:txBody>
      </p:sp>
      <p:sp>
        <p:nvSpPr>
          <p:cNvPr id="11" name="">
            <a:extLst xmlns:a="http://schemas.openxmlformats.org/drawingml/2006/main">
              <a:ext uri="{FF2B5EF4-FFF2-40B4-BE49-F238E27FC236}">
                <a16:creationId xmlns:a16="http://schemas.microsoft.com/office/drawing/2014/main" id="{32088BF2-C3C5-4CB4-BBC3-3EBD59308A32}"/>
              </a:ext>
            </a:extLst>
          </p:cNvPr>
          <p:cNvSpPr>
            <a:spLocks xmlns:a="http://schemas.openxmlformats.org/drawingml/2006/main" noGrp="1"/>
          </p:cNvSpPr>
          <p:nvPr/>
        </p:nvSpPr>
        <p:spPr>
          <a:xfrm xmlns:a="http://schemas.openxmlformats.org/drawingml/2006/main">
            <a:off x="5895975"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18F98F1-33E1-497C-BE2E-7C9E1D4B0252}"/>
              </a:ext>
            </a:extLst>
          </p:cNvPr>
          <p:cNvSpPr>
            <a:spLocks xmlns:a="http://schemas.openxmlformats.org/drawingml/2006/main" noGrp="1"/>
          </p:cNvSpPr>
          <p:nvPr/>
        </p:nvSpPr>
        <p:spPr>
          <a:xfrm xmlns:a="http://schemas.openxmlformats.org/drawingml/2006/main">
            <a:off x="6267450"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E238FC24-195C-4CAA-878F-CE8AC6367B8F}"/>
              </a:ext>
            </a:extLst>
          </p:cNvPr>
          <p:cNvSpPr>
            <a:spLocks xmlns:a="http://schemas.openxmlformats.org/drawingml/2006/main" noGrp="1"/>
          </p:cNvSpPr>
          <p:nvPr/>
        </p:nvSpPr>
        <p:spPr>
          <a:xfrm xmlns:a="http://schemas.openxmlformats.org/drawingml/2006/main">
            <a:off x="6400800"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Measure</a:t>
            </a:r>
          </a:p>
        </p:txBody>
      </p:sp>
      <p:sp>
        <p:nvSpPr>
          <p:cNvPr id="14" name="">
            <a:extLst xmlns:a="http://schemas.openxmlformats.org/drawingml/2006/main">
              <a:ext uri="{FF2B5EF4-FFF2-40B4-BE49-F238E27FC236}">
                <a16:creationId xmlns:a16="http://schemas.microsoft.com/office/drawing/2014/main" id="{B4A02D1B-E67B-47E9-B28A-DD0BDE6E900D}"/>
              </a:ext>
            </a:extLst>
          </p:cNvPr>
          <p:cNvSpPr>
            <a:spLocks xmlns:a="http://schemas.openxmlformats.org/drawingml/2006/main" noGrp="1"/>
          </p:cNvSpPr>
          <p:nvPr/>
        </p:nvSpPr>
        <p:spPr>
          <a:xfrm xmlns:a="http://schemas.openxmlformats.org/drawingml/2006/main">
            <a:off x="6400800"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One charged attempt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Reveal real outcome</a:t>
            </a:r>
          </a:p>
        </p:txBody>
      </p:sp>
      <p:sp>
        <p:nvSpPr>
          <p:cNvPr id="15" name="">
            <a:extLst xmlns:a="http://schemas.openxmlformats.org/drawingml/2006/main">
              <a:ext uri="{FF2B5EF4-FFF2-40B4-BE49-F238E27FC236}">
                <a16:creationId xmlns:a16="http://schemas.microsoft.com/office/drawing/2014/main" id="{07CC5D44-B2EA-49BB-B41F-CC81E7844A76}"/>
              </a:ext>
            </a:extLst>
          </p:cNvPr>
          <p:cNvSpPr>
            <a:spLocks xmlns:a="http://schemas.openxmlformats.org/drawingml/2006/main" noGrp="1"/>
          </p:cNvSpPr>
          <p:nvPr/>
        </p:nvSpPr>
        <p:spPr>
          <a:xfrm xmlns:a="http://schemas.openxmlformats.org/drawingml/2006/main">
            <a:off x="8686800" y="2276475"/>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9C4E65C-9F1A-41EE-9CD3-FE6D2CD70C94}"/>
              </a:ext>
            </a:extLst>
          </p:cNvPr>
          <p:cNvSpPr>
            <a:spLocks xmlns:a="http://schemas.openxmlformats.org/drawingml/2006/main" noGrp="1"/>
          </p:cNvSpPr>
          <p:nvPr/>
        </p:nvSpPr>
        <p:spPr>
          <a:xfrm xmlns:a="http://schemas.openxmlformats.org/drawingml/2006/main">
            <a:off x="9058275" y="1771650"/>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3F51BE7F-3A47-493C-BB6D-B328EE149B04}"/>
              </a:ext>
            </a:extLst>
          </p:cNvPr>
          <p:cNvSpPr>
            <a:spLocks xmlns:a="http://schemas.openxmlformats.org/drawingml/2006/main" noGrp="1"/>
          </p:cNvSpPr>
          <p:nvPr/>
        </p:nvSpPr>
        <p:spPr>
          <a:xfrm xmlns:a="http://schemas.openxmlformats.org/drawingml/2006/main">
            <a:off x="9191625" y="1905000"/>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Select</a:t>
            </a:r>
          </a:p>
        </p:txBody>
      </p:sp>
      <p:sp>
        <p:nvSpPr>
          <p:cNvPr id="18" name="">
            <a:extLst xmlns:a="http://schemas.openxmlformats.org/drawingml/2006/main">
              <a:ext uri="{FF2B5EF4-FFF2-40B4-BE49-F238E27FC236}">
                <a16:creationId xmlns:a16="http://schemas.microsoft.com/office/drawing/2014/main" id="{270BD70F-C4F6-42B9-A7C2-316AC595F627}"/>
              </a:ext>
            </a:extLst>
          </p:cNvPr>
          <p:cNvSpPr>
            <a:spLocks xmlns:a="http://schemas.openxmlformats.org/drawingml/2006/main" noGrp="1"/>
          </p:cNvSpPr>
          <p:nvPr/>
        </p:nvSpPr>
        <p:spPr>
          <a:xfrm xmlns:a="http://schemas.openxmlformats.org/drawingml/2006/main">
            <a:off x="9191625" y="2314575"/>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verified feasible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result within budget</a:t>
            </a:r>
          </a:p>
        </p:txBody>
      </p:sp>
      <p:sp>
        <p:nvSpPr>
          <p:cNvPr id="19" name="">
            <a:extLst xmlns:a="http://schemas.openxmlformats.org/drawingml/2006/main">
              <a:ext uri="{FF2B5EF4-FFF2-40B4-BE49-F238E27FC236}">
                <a16:creationId xmlns:a16="http://schemas.microsoft.com/office/drawing/2014/main" id="{E7301ED8-4696-49D9-9330-FCE5A8A258E3}"/>
              </a:ext>
            </a:extLst>
          </p:cNvPr>
          <p:cNvSpPr>
            <a:spLocks xmlns:a="http://schemas.openxmlformats.org/drawingml/2006/main" noGrp="1"/>
          </p:cNvSpPr>
          <p:nvPr/>
        </p:nvSpPr>
        <p:spPr>
          <a:xfrm xmlns:a="http://schemas.openxmlformats.org/drawingml/2006/main">
            <a:off x="10477500" y="3286125"/>
            <a:ext cx="0" cy="333375"/>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0" name="">
            <a:extLst xmlns:a="http://schemas.openxmlformats.org/drawingml/2006/main">
              <a:ext uri="{FF2B5EF4-FFF2-40B4-BE49-F238E27FC236}">
                <a16:creationId xmlns:a16="http://schemas.microsoft.com/office/drawing/2014/main" id="{5DEF512F-FB08-4C2D-A25A-E10F4D325406}"/>
              </a:ext>
            </a:extLst>
          </p:cNvPr>
          <p:cNvSpPr>
            <a:spLocks xmlns:a="http://schemas.openxmlformats.org/drawingml/2006/main" noGrp="1"/>
          </p:cNvSpPr>
          <p:nvPr/>
        </p:nvSpPr>
        <p:spPr>
          <a:xfrm xmlns:a="http://schemas.openxmlformats.org/drawingml/2006/main">
            <a:off x="4000500" y="3619500"/>
            <a:ext cx="6477000" cy="0"/>
          </a:xfrm>
          <a:prstGeom xmlns:a="http://schemas.openxmlformats.org/drawingml/2006/main" prst="line">
            <a:avLst/>
          </a:prstGeom>
          <a:noFill xmlns:a="http://schemas.openxmlformats.org/drawingml/2006/main"/>
          <a:ln xmlns:a="http://schemas.openxmlformats.org/drawingml/2006/main" w="19050">
            <a:solidFill>
              <a:srgbClr val="2878A8"/>
            </a:solidFill>
            <a:prstDash val="solid"/>
          </a:ln>
        </p:spPr>
      </p:sp>
      <p:sp>
        <p:nvSpPr>
          <p:cNvPr id="21" name="">
            <a:extLst xmlns:a="http://schemas.openxmlformats.org/drawingml/2006/main">
              <a:ext uri="{FF2B5EF4-FFF2-40B4-BE49-F238E27FC236}">
                <a16:creationId xmlns:a16="http://schemas.microsoft.com/office/drawing/2014/main" id="{2BBAE3C2-0B57-4C28-891D-2F69856C04E4}"/>
              </a:ext>
            </a:extLst>
          </p:cNvPr>
          <p:cNvSpPr>
            <a:spLocks xmlns:a="http://schemas.openxmlformats.org/drawingml/2006/main" noGrp="1"/>
          </p:cNvSpPr>
          <p:nvPr/>
        </p:nvSpPr>
        <p:spPr>
          <a:xfrm xmlns:a="http://schemas.openxmlformats.org/drawingml/2006/main">
            <a:off x="4095750" y="3743325"/>
            <a:ext cx="628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Paid outcomes inform the next query</a:t>
            </a:r>
          </a:p>
        </p:txBody>
      </p:sp>
      <p:sp>
        <p:nvSpPr>
          <p:cNvPr id="22" name="">
            <a:extLst xmlns:a="http://schemas.openxmlformats.org/drawingml/2006/main">
              <a:ext uri="{FF2B5EF4-FFF2-40B4-BE49-F238E27FC236}">
                <a16:creationId xmlns:a16="http://schemas.microsoft.com/office/drawing/2014/main" id="{F8BB49E1-6D19-45A3-94E8-88C4B35F6B09}"/>
              </a:ext>
            </a:extLst>
          </p:cNvPr>
          <p:cNvSpPr>
            <a:spLocks xmlns:a="http://schemas.openxmlformats.org/drawingml/2006/main" noGrp="1"/>
          </p:cNvSpPr>
          <p:nvPr/>
        </p:nvSpPr>
        <p:spPr>
          <a:xfrm xmlns:a="http://schemas.openxmlformats.org/drawingml/2006/main">
            <a:off x="685800" y="4410075"/>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Selector AI</a:t>
            </a:r>
          </a:p>
        </p:txBody>
      </p:sp>
      <p:sp>
        <p:nvSpPr>
          <p:cNvPr id="23" name="">
            <a:extLst xmlns:a="http://schemas.openxmlformats.org/drawingml/2006/main">
              <a:ext uri="{FF2B5EF4-FFF2-40B4-BE49-F238E27FC236}">
                <a16:creationId xmlns:a16="http://schemas.microsoft.com/office/drawing/2014/main" id="{1118A931-037C-47D7-8150-81ED4EFAD942}"/>
              </a:ext>
            </a:extLst>
          </p:cNvPr>
          <p:cNvSpPr>
            <a:spLocks xmlns:a="http://schemas.openxmlformats.org/drawingml/2006/main" noGrp="1"/>
          </p:cNvSpPr>
          <p:nvPr/>
        </p:nvSpPr>
        <p:spPr>
          <a:xfrm xmlns:a="http://schemas.openxmlformats.org/drawingml/2006/main">
            <a:off x="685800" y="4886325"/>
            <a:ext cx="5143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Ascon pilot: 3 measured candidates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Best feasible: 1.0237×, +42 LUT4</a:t>
            </a:r>
          </a:p>
        </p:txBody>
      </p:sp>
      <p:sp>
        <p:nvSpPr>
          <p:cNvPr id="24" name="">
            <a:extLst xmlns:a="http://schemas.openxmlformats.org/drawingml/2006/main">
              <a:ext uri="{FF2B5EF4-FFF2-40B4-BE49-F238E27FC236}">
                <a16:creationId xmlns:a16="http://schemas.microsoft.com/office/drawing/2014/main" id="{C192BB81-FEF5-4ABC-8894-C448635051E4}"/>
              </a:ext>
            </a:extLst>
          </p:cNvPr>
          <p:cNvSpPr>
            <a:spLocks xmlns:a="http://schemas.openxmlformats.org/drawingml/2006/main" noGrp="1"/>
          </p:cNvSpPr>
          <p:nvPr/>
        </p:nvSpPr>
        <p:spPr>
          <a:xfrm xmlns:a="http://schemas.openxmlformats.org/drawingml/2006/main">
            <a:off x="6572250" y="4410075"/>
            <a:ext cx="485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Development AI</a:t>
            </a:r>
          </a:p>
        </p:txBody>
      </p:sp>
      <p:sp>
        <p:nvSpPr>
          <p:cNvPr id="25" name="">
            <a:extLst xmlns:a="http://schemas.openxmlformats.org/drawingml/2006/main">
              <a:ext uri="{FF2B5EF4-FFF2-40B4-BE49-F238E27FC236}">
                <a16:creationId xmlns:a16="http://schemas.microsoft.com/office/drawing/2014/main" id="{ACE39012-102E-4DB5-B31A-9D0661728009}"/>
              </a:ext>
            </a:extLst>
          </p:cNvPr>
          <p:cNvSpPr>
            <a:spLocks xmlns:a="http://schemas.openxmlformats.org/drawingml/2006/main" noGrp="1"/>
          </p:cNvSpPr>
          <p:nvPr/>
        </p:nvSpPr>
        <p:spPr>
          <a:xfrm xmlns:a="http://schemas.openxmlformats.org/drawingml/2006/main">
            <a:off x="6572250" y="4886325"/>
            <a:ext cx="4857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AI-assisted scripts, testing and analysis</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Human review owns claims and scope</a:t>
            </a:r>
          </a:p>
        </p:txBody>
      </p:sp>
      <p:sp>
        <p:nvSpPr>
          <p:cNvPr id="26" name="">
            <a:extLst xmlns:a="http://schemas.openxmlformats.org/drawingml/2006/main">
              <a:ext uri="{FF2B5EF4-FFF2-40B4-BE49-F238E27FC236}">
                <a16:creationId xmlns:a16="http://schemas.microsoft.com/office/drawing/2014/main" id="{3007C0A5-90AC-48FA-8957-E6C44FC45A12}"/>
              </a:ext>
            </a:extLst>
          </p:cNvPr>
          <p:cNvSpPr>
            <a:spLocks xmlns:a="http://schemas.openxmlformats.org/drawingml/2006/main" noGrp="1"/>
          </p:cNvSpPr>
          <p:nvPr/>
        </p:nvSpPr>
        <p:spPr>
          <a:xfrm xmlns:a="http://schemas.openxmlformats.org/drawingml/2006/main">
            <a:off x="685800" y="5953125"/>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A65A00"/>
                </a:solidFill>
                <a:latin typeface="Arial"/>
                <a:ea typeface="Arial"/>
                <a:cs typeface="Arial"/>
              </a:defRPr>
            </a:defPPr>
            <a:lvl1pPr>
              <a:defRPr sz="1425" b="1">
                <a:solidFill>
                  <a:srgbClr val="A65A00"/>
                </a:solidFill>
                <a:latin typeface="Arial"/>
                <a:ea typeface="Arial"/>
                <a:cs typeface="Arial"/>
              </a:defRPr>
            </a:lvl1pPr>
            <a:lvl2pPr>
              <a:defRPr sz="1425" b="1">
                <a:solidFill>
                  <a:srgbClr val="A65A00"/>
                </a:solidFill>
                <a:latin typeface="Arial"/>
                <a:ea typeface="Arial"/>
                <a:cs typeface="Arial"/>
              </a:defRPr>
            </a:lvl2pPr>
            <a:lvl3pPr>
              <a:defRPr sz="1425" b="1">
                <a:solidFill>
                  <a:srgbClr val="A65A00"/>
                </a:solidFill>
                <a:latin typeface="Arial"/>
                <a:ea typeface="Arial"/>
                <a:cs typeface="Arial"/>
              </a:defRPr>
            </a:lvl3pPr>
            <a:lvl4pPr>
              <a:defRPr sz="1425" b="1">
                <a:solidFill>
                  <a:srgbClr val="A65A00"/>
                </a:solidFill>
                <a:latin typeface="Arial"/>
                <a:ea typeface="Arial"/>
                <a:cs typeface="Arial"/>
              </a:defRPr>
            </a:lvl4pPr>
            <a:lvl5pPr>
              <a:defRPr sz="1425" b="1">
                <a:solidFill>
                  <a:srgbClr val="A65A00"/>
                </a:solidFill>
                <a:latin typeface="Arial"/>
                <a:ea typeface="Arial"/>
                <a:cs typeface="Arial"/>
              </a:defRPr>
            </a:lvl5pPr>
            <a:lvl6pPr>
              <a:defRPr sz="1425" b="1">
                <a:solidFill>
                  <a:srgbClr val="A65A00"/>
                </a:solidFill>
                <a:latin typeface="Arial"/>
                <a:ea typeface="Arial"/>
                <a:cs typeface="Arial"/>
              </a:defRPr>
            </a:lvl6pPr>
            <a:lvl7pPr>
              <a:defRPr sz="1425" b="1">
                <a:solidFill>
                  <a:srgbClr val="A65A00"/>
                </a:solidFill>
                <a:latin typeface="Arial"/>
                <a:ea typeface="Arial"/>
                <a:cs typeface="Arial"/>
              </a:defRPr>
            </a:lvl7pPr>
            <a:lvl8pPr>
              <a:defRPr sz="1425" b="1">
                <a:solidFill>
                  <a:srgbClr val="A65A00"/>
                </a:solidFill>
                <a:latin typeface="Arial"/>
                <a:ea typeface="Arial"/>
                <a:cs typeface="Arial"/>
              </a:defRPr>
            </a:lvl8pPr>
            <a:lvl9pPr>
              <a:defRPr sz="1425" b="1">
                <a:solidFill>
                  <a:srgbClr val="A65A00"/>
                </a:solidFill>
                <a:latin typeface="Arial"/>
                <a:ea typeface="Arial"/>
                <a:cs typeface="Arial"/>
              </a:defRPr>
            </a:lvl9pPr>
          </a:lstStyle>
          <a:p xmlns:a="http://schemas.openxmlformats.org/drawingml/2006/main">
            <a:pPr>
              <a:defRPr sz="1425" b="1">
                <a:solidFill>
                  <a:srgbClr val="A65A00"/>
                </a:solidFill>
                <a:latin typeface="Arial"/>
                <a:ea typeface="Arial"/>
                <a:cs typeface="Arial"/>
              </a:defRPr>
            </a:pPr>
            <a:r>
              <a:rPr sz="1425" b="1">
                <a:solidFill>
                  <a:srgbClr val="A65A00"/>
                </a:solidFill>
                <a:latin typeface="Arial"/>
                <a:ea typeface="Arial"/>
                <a:cs typeface="Arial"/>
              </a:rPr>
              <a:t>No matched agent win yet • live GP update defect disclosed • no dynamic LLM routing</a:t>
            </a:r>
          </a:p>
        </p:txBody>
      </p:sp>
    </p:spTree>
    <p:extLst>
      <p:ext uri="{BB962C8B-B14F-4D97-AF65-F5344CB8AC3E}">
        <p14:creationId xmlns:p14="http://schemas.microsoft.com/office/powerpoint/2010/main" val="12695410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4BD249-5816-4353-ADC2-C8C608424A1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AE9CA0F2-38B4-4B65-A402-5F38CC20D49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9AF9265-C4D7-4D37-B99B-0253BF0C23B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C44D38F3-771B-46BD-A597-FB32F4BC13D7}"/>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BAD4950C-40FB-4B10-A9B0-E325BA09F99C}"/>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0CD9D912-D271-4EE8-80C2-8D1C6B858C47}"/>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DEF85F63-7B74-4FD9-9C6A-735CC73C6A0B}"/>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1D1463D0-BAF9-4C2B-9B5F-1BCA7E198821}"/>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10908567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7B25A1-1D6A-4B26-A880-BBD1ABB8370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F6FD2889-580A-4FE9-917F-940843B0FE4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3390E27-473C-40DA-87C4-49AD09C7FBBF}"/>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452768A5-5CE6-4EA3-ABCC-7102C24743ED}"/>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0d8f5e27d98344a9"/>
          </a:graphicData>
        </a:graphic>
      </p:graphicFrame>
      <p:sp>
        <p:nvSpPr>
          <p:cNvPr id="5" name="">
            <a:extLst xmlns:a="http://schemas.openxmlformats.org/drawingml/2006/main">
              <a:ext uri="{FF2B5EF4-FFF2-40B4-BE49-F238E27FC236}">
                <a16:creationId xmlns:a16="http://schemas.microsoft.com/office/drawing/2014/main" id="{7CA1AC87-7199-4D47-8645-3DA2F60055A2}"/>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7A8212DE-4A89-43F2-870D-6269A01E1850}"/>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4F6D068B-4D76-4551-9C3B-B0ABE435B6A2}"/>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85E5DDA7-5173-4D29-A576-5C2F5A2CF025}"/>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5394561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B2FB8C-8D4E-400A-B3FB-EFCFF1C2ABD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7A00AFCA-90BE-453F-88B6-F22136E5B70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7836A346-5043-4F52-98A5-B26BD006FFF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62418BA4-BDFE-4E09-8E28-52570E534A9D}"/>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30CA01C1-6A22-41EB-94CB-D7A3CB0D26D8}"/>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FF668C37-42C0-4E2E-BFA0-B0B81CFC12CA}"/>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59CB0E14-BAFF-4D74-8024-797C6B3B94EA}"/>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0057D2BA-7741-423B-916F-8B0A98872CC7}"/>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8551953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2026-10-28T03:11:26.1340000Z</dcterms:created>
  <dcterms:modified xsi:type="dcterms:W3CDTF">2026-10-28T03:11:26.1340000Z</dcterms:modified>
</coreProperties>
</file>